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sound: strike the virtual geta bera in the demo before saying anything. Then: 'This is SoundSpace.'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from the learner's side. Back with your survey if you ran one: how many people have ever touched a traditional drum.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instruments: geta bera, thammattama, rabana, chimes. Control panel window + immersive 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(3 minutes): strike each drum, move one in Arrange mode, record a loop, run the lesson. Backup: 20-second simulator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'why not just an iPad app?' here: scale, sound location and movement are impossible on a flat screen. We still plan an iPad AR version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quote market-size numbers unless you can cite a source. Say: first customers are institutions that already buy headsets.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Re-check the visionOS App Store the day before the viva and update this table (see Docs/SimilarApps.md). Positioning: learning + traditional South Asian percussion is the empty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hypotheses to test, not forecasts. Be ready for: who pays first? Answer: institutions, via licences and installations.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Authenticity: record real drummers with the academy partner; the prototype uses synthesised sounds.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Examiners reward realistic business thinking. Say the headset market is small and show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ask. Keep it modest and specific; replace the amounts with your own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um motif"/>
          <p:cNvSpPr/>
          <p:nvPr/>
        </p:nvSpPr>
        <p:spPr>
          <a:xfrm>
            <a:off x="5486400" y="1280160"/>
            <a:ext cx="1371600" cy="1371600"/>
          </a:xfrm>
          <a:prstGeom prst="ellipse">
            <a:avLst/>
          </a:prstGeom>
          <a:solidFill>
            <a:schemeClr val="accent1">
              <a:alpha val="8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rum motif"/>
          <p:cNvSpPr/>
          <p:nvPr/>
        </p:nvSpPr>
        <p:spPr>
          <a:xfrm>
            <a:off x="6309360" y="2103120"/>
            <a:ext cx="1261872" cy="1261872"/>
          </a:xfrm>
          <a:prstGeom prst="ellipse">
            <a:avLst/>
          </a:prstGeom>
          <a:solidFill>
            <a:schemeClr val="accent2">
              <a:alpha val="8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Drum motif"/>
          <p:cNvSpPr/>
          <p:nvPr/>
        </p:nvSpPr>
        <p:spPr>
          <a:xfrm>
            <a:off x="7132320" y="1280160"/>
            <a:ext cx="1152144" cy="1152144"/>
          </a:xfrm>
          <a:prstGeom prst="ellipse">
            <a:avLst/>
          </a:prstGeom>
          <a:solidFill>
            <a:schemeClr val="accent1">
              <a:alpha val="8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rum motif"/>
          <p:cNvSpPr/>
          <p:nvPr/>
        </p:nvSpPr>
        <p:spPr>
          <a:xfrm>
            <a:off x="7955280" y="2103120"/>
            <a:ext cx="1042416" cy="1042416"/>
          </a:xfrm>
          <a:prstGeom prst="ellipse">
            <a:avLst/>
          </a:prstGeom>
          <a:solidFill>
            <a:schemeClr val="accent2">
              <a:alpha val="85000"/>
            </a:scheme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371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SoundSpace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77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</a:rPr>
              <a:t>Play Sri Lankan rhythms all around you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DDD0"/>
                </a:solidFill>
              </a:rPr>
              <a:t>A spatial music studio for Apple Vision Pro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389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8A6"/>
                </a:solidFill>
              </a:rPr>
              <a:t>Investor pitch · [Your name] · SE4041 Part 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drums are hard to reach</a:t>
            </a:r>
            <a:endParaRPr lang="en-US" sz="3600" dirty="0"/>
          </a:p>
        </p:txBody>
      </p:sp>
      <p:sp>
        <p:nvSpPr>
          <p:cNvPr id="3" name="Number badge"/>
          <p:cNvSpPr/>
          <p:nvPr/>
        </p:nvSpPr>
        <p:spPr>
          <a:xfrm>
            <a:off x="4572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Costly and loud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3B33"/>
                </a:solidFill>
              </a:rPr>
              <a:t>A geta bera or rabana costs money, needs space and annoys neighbours.</a:t>
            </a:r>
            <a:endParaRPr lang="en-US" sz="1600" dirty="0"/>
          </a:p>
        </p:txBody>
      </p:sp>
      <p:sp>
        <p:nvSpPr>
          <p:cNvPr id="7" name="Number badge"/>
          <p:cNvSpPr/>
          <p:nvPr/>
        </p:nvSpPr>
        <p:spPr>
          <a:xfrm>
            <a:off x="457200" y="2514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23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Needs a teacher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07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3B33"/>
                </a:solidFill>
              </a:rPr>
              <a:t>Rhythms are passed on in person. Few teachers, mostly in a few cities.</a:t>
            </a:r>
            <a:endParaRPr lang="en-US" sz="1600" dirty="0"/>
          </a:p>
        </p:txBody>
      </p:sp>
      <p:sp>
        <p:nvSpPr>
          <p:cNvPr id="11" name="Number badge"/>
          <p:cNvSpPr/>
          <p:nvPr/>
        </p:nvSpPr>
        <p:spPr>
          <a:xfrm>
            <a:off x="457200" y="3657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Almost no digital version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50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3B33"/>
                </a:solidFill>
              </a:rPr>
              <a:t>Music apps are built around Western instruments and flat screens.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Life-size drums, in your own room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and pinch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Look at a drum and pinch to strike it, the way Vision Pro is meant to be used.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audio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instrument is a sound source in 3D. Walk around and the sound stays where the drum is.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Loops and lessons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Record an 8-beat loop, then follow a lesson where the next drum pulses before you hit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working</a:t>
            </a:r>
            <a:endParaRPr lang="en-US" sz="3600" dirty="0"/>
          </a:p>
        </p:txBody>
      </p:sp>
      <p:sp>
        <p:nvSpPr>
          <p:cNvPr id="3" name="Screenshot frame"/>
          <p:cNvSpPr/>
          <p:nvPr/>
        </p:nvSpPr>
        <p:spPr>
          <a:xfrm>
            <a:off x="457200" y="1280160"/>
            <a:ext cx="2651760" cy="2377440"/>
          </a:xfrm>
          <a:prstGeom prst="roundRect">
            <a:avLst>
              <a:gd name="adj" fmla="val 3846"/>
            </a:avLst>
          </a:prstGeom>
          <a:solidFill>
            <a:schemeClr val="accent6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40080" y="19202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Insert simulator screenshot after the lab session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94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Control panel window</a:t>
            </a:r>
            <a:endParaRPr lang="en-US" sz="1600" dirty="0"/>
          </a:p>
        </p:txBody>
      </p:sp>
      <p:sp>
        <p:nvSpPr>
          <p:cNvPr id="6" name="Screenshot frame"/>
          <p:cNvSpPr/>
          <p:nvPr/>
        </p:nvSpPr>
        <p:spPr>
          <a:xfrm>
            <a:off x="3246120" y="1280160"/>
            <a:ext cx="2651760" cy="2377440"/>
          </a:xfrm>
          <a:prstGeom prst="roundRect">
            <a:avLst>
              <a:gd name="adj" fmla="val 3846"/>
            </a:avLst>
          </a:prstGeom>
          <a:solidFill>
            <a:schemeClr val="accent6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3429000" y="19202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Insert simulator screenshot after the lab session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3794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Immersive studio</a:t>
            </a:r>
            <a:endParaRPr lang="en-US" sz="1600" dirty="0"/>
          </a:p>
        </p:txBody>
      </p:sp>
      <p:sp>
        <p:nvSpPr>
          <p:cNvPr id="9" name="Screenshot frame"/>
          <p:cNvSpPr/>
          <p:nvPr/>
        </p:nvSpPr>
        <p:spPr>
          <a:xfrm>
            <a:off x="6035040" y="1280160"/>
            <a:ext cx="2651760" cy="2377440"/>
          </a:xfrm>
          <a:prstGeom prst="roundRect">
            <a:avLst>
              <a:gd name="adj" fmla="val 3846"/>
            </a:avLst>
          </a:prstGeom>
          <a:solidFill>
            <a:schemeClr val="accent6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0" y="19202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Insert simulator screenshot after the lab session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794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Loop recorder and lesson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needs spatial computing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scale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drum the size of a drum.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2801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sound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Hear it from where it stands.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Body movement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Reach and strike like real drumming.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4663440" y="28346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room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Mixed reality keeps the room visible and safe.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is for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Learners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Students and hobbyists curious about traditional percussion.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2801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Schools and academies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Aesthetic-music classes and music schools that cannot stock every instrument.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Diaspora families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Sri Lankans abroad who want children to meet the culture.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4663440" y="28346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Museums and cultural tourism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Interactive exhibits and festival experiences.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</a:t>
            </a:r>
            <a:endParaRPr lang="en-US" sz="3600" dirty="0"/>
          </a:p>
        </p:txBody>
      </p:sp>
      <p:graphicFrame>
        <p:nvGraphicFramePr>
          <p:cNvPr id="8" name="Competito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108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App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Gap SoundSpace fills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djay on Vision Pro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Spatial DJ mixing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 acoustic or traditional instruments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Drum apps on Vision Pro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Virtual drum kits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Western kits; no South Asian drums or lessons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Synth Riders and rhythm games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Music games with hand movement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Fixed tracks; not instrument learning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Paradiddle (Quest)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Virtual drums in VR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Western kit; different platform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GarageBand (iPad)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Virtual instruments on a flat screen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Not spatial; few South Asian instruments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makes money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Freemium app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Free studio with two drums. Instrument packs (Kandyan, low-country, Tamil percussion) as one-time purchases.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 licences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Per-classroom licence with lesson packs and progress reports for teachers.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Museum and exhibition installations on a project-fee basis.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</a:t>
            </a:r>
            <a:endParaRPr lang="en-US" sz="3600" dirty="0"/>
          </a:p>
        </p:txBody>
      </p:sp>
      <p:sp>
        <p:nvSpPr>
          <p:cNvPr id="3" name="Number badge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music academy for authentic content and credibility</a:t>
            </a:r>
            <a:endParaRPr lang="en-US" sz="1400" dirty="0"/>
          </a:p>
        </p:txBody>
      </p:sp>
      <p:sp>
        <p:nvSpPr>
          <p:cNvPr id="7" name="Number badge"/>
          <p:cNvSpPr/>
          <p:nvPr/>
        </p:nvSpPr>
        <p:spPr>
          <a:xfrm>
            <a:off x="2560320" y="14630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514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Demos at cultural events and exhibitions</a:t>
            </a:r>
            <a:endParaRPr lang="en-US" sz="1400" dirty="0"/>
          </a:p>
        </p:txBody>
      </p:sp>
      <p:sp>
        <p:nvSpPr>
          <p:cNvPr id="11" name="Number badge"/>
          <p:cNvSpPr/>
          <p:nvPr/>
        </p:nvSpPr>
        <p:spPr>
          <a:xfrm>
            <a:off x="4663440" y="14630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514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Diaspora communities online</a:t>
            </a:r>
            <a:endParaRPr lang="en-US" sz="1400" dirty="0"/>
          </a:p>
        </p:txBody>
      </p:sp>
      <p:sp>
        <p:nvSpPr>
          <p:cNvPr id="15" name="Number badge"/>
          <p:cNvSpPr/>
          <p:nvPr/>
        </p:nvSpPr>
        <p:spPr>
          <a:xfrm>
            <a:off x="6766560" y="14630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514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Around Vesak and Esala Perahera season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how we handle them</a:t>
            </a:r>
            <a:endParaRPr lang="en-US" sz="3600" dirty="0"/>
          </a:p>
        </p:txBody>
      </p:sp>
      <p:graphicFrame>
        <p:nvGraphicFramePr>
          <p:cNvPr id="11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Small Vision Pro user base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Start with institutions that buy devices; port the concept to iPad AR next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Authentic sound and rhythms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Partner academy; record real drummers; teachers review lessons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Prototype tested in the simulator only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Device testing is the first milestone after funding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Content is culturally sensitive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Co-create with practitioners; credit sources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Timeline line"/>
          <p:cNvSpPr/>
          <p:nvPr/>
        </p:nvSpPr>
        <p:spPr>
          <a:xfrm>
            <a:off x="731520" y="1828800"/>
            <a:ext cx="7680960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4" name="Milestone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Prototype: 4 instruments, loop, one lesson</a:t>
            </a:r>
            <a:endParaRPr lang="en-US" sz="1400" dirty="0"/>
          </a:p>
        </p:txBody>
      </p:sp>
      <p:sp>
        <p:nvSpPr>
          <p:cNvPr id="7" name="Milestone"/>
          <p:cNvSpPr/>
          <p:nvPr/>
        </p:nvSpPr>
        <p:spPr>
          <a:xfrm>
            <a:off x="2834640" y="1600200"/>
            <a:ext cx="457200" cy="45720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974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Lessons with real drummers and teachers</a:t>
            </a:r>
            <a:endParaRPr lang="en-US" sz="1400" dirty="0"/>
          </a:p>
        </p:txBody>
      </p:sp>
      <p:sp>
        <p:nvSpPr>
          <p:cNvPr id="10" name="Milestone"/>
          <p:cNvSpPr/>
          <p:nvPr/>
        </p:nvSpPr>
        <p:spPr>
          <a:xfrm>
            <a:off x="4937760" y="1600200"/>
            <a:ext cx="457200" cy="45720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6974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SharePlay jam sessions with friends</a:t>
            </a:r>
            <a:endParaRPr lang="en-US" sz="1400" dirty="0"/>
          </a:p>
        </p:txBody>
      </p:sp>
      <p:sp>
        <p:nvSpPr>
          <p:cNvPr id="13" name="Milestone"/>
          <p:cNvSpPr/>
          <p:nvPr/>
        </p:nvSpPr>
        <p:spPr>
          <a:xfrm>
            <a:off x="7040880" y="1600200"/>
            <a:ext cx="457200" cy="45720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6974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iPad and iPhone AR version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a living tradition playable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Teaching intangible cultural heritage in a new way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Partners: a music academy and a cultural organisation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Funding: device testing, real drum recordings, three lesson packs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Milestone: pilot in one school and one museum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ndSpace">
  <a:themeElements>
    <a:clrScheme name="SoundSpace">
      <a:dk1>
        <a:srgbClr val="1F1410"/>
      </a:dk1>
      <a:lt1>
        <a:srgbClr val="FFFFFF"/>
      </a:lt1>
      <a:dk2>
        <a:srgbClr val="5A1A12"/>
      </a:dk2>
      <a:lt2>
        <a:srgbClr val="F6EFE8"/>
      </a:lt2>
      <a:accent1>
        <a:srgbClr val="A8321F"/>
      </a:accent1>
      <a:accent2>
        <a:srgbClr val="E3A72F"/>
      </a:accent2>
      <a:accent3>
        <a:srgbClr val="2F6F73"/>
      </a:accent3>
      <a:accent4>
        <a:srgbClr val="7A4B2A"/>
      </a:accent4>
      <a:accent5>
        <a:srgbClr val="C9B8A6"/>
      </a:accent5>
      <a:accent6>
        <a:srgbClr val="3B2A22"/>
      </a:accent6>
      <a:hlink>
        <a:srgbClr val="A8321F"/>
      </a:hlink>
      <a:folHlink>
        <a:srgbClr val="7A4B2A"/>
      </a:folHlink>
    </a:clrScheme>
    <a:fontScheme name="SoundSpa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SoundSpace investor pitch</dc:title>
  <dc:subject>PptxGenJS Presentation</dc:subject>
  <dc:creator>PptxGenJS</dc:creator>
  <cp:lastModifiedBy>PptxGenJS</cp:lastModifiedBy>
  <cp:revision>1</cp:revision>
  <dcterms:created xsi:type="dcterms:W3CDTF">2026-10-13T11:46:13Z</dcterms:created>
  <dcterms:modified xsi:type="dcterms:W3CDTF">2026-10-13T11:46:13Z</dcterms:modified>
</cp:coreProperties>
</file>