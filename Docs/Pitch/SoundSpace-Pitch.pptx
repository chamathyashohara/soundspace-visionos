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sound: strike the virtual geta bera in the demo before saying anything. Then: 'This is SoundSpace.'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from the learner's side. Back with your survey if you ran one: how many people have ever touched a traditional drum.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instruments: geta bera, thammattama, rabana, chimes. Control panel window + immersive studio.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(3 minutes): strike each drum, move one in Arrange mode, record a loop, run the lesson. Backup: 20-second simulator recording.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'why not just an iPad app?' here: scale, sound location and movement are impossible on a flat screen. We still plan an iPad AR version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quote market-size numbers unless you can cite a source. Say: first customers are institutions that already buy headsets.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Re-check the visionOS App Store the day before the viva and update this table (see Docs/SimilarApps.md). Positioning: learning + traditional South Asian percussion is the empty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hypotheses to test, not forecasts. Be ready for: who pays first? Answer: institutions, via licences and installations.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Authenticity: record real drummers with the academy partner; the prototype uses synthesised sounds.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Examiners reward realistic business thinking. Say the headset market is small and show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ask. Keep it modest and specific; replace the amounts with your own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8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8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um motif"/>
          <p:cNvSpPr/>
          <p:nvPr/>
        </p:nvSpPr>
        <p:spPr>
          <a:xfrm>
            <a:off x="5486400" y="1280160"/>
            <a:ext cx="1371600" cy="1371600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Drum motif"/>
          <p:cNvSpPr/>
          <p:nvPr/>
        </p:nvSpPr>
        <p:spPr>
          <a:xfrm>
            <a:off x="6309360" y="2103120"/>
            <a:ext cx="1261872" cy="1261872"/>
          </a:xfrm>
          <a:prstGeom prst="ellipse">
            <a:avLst/>
          </a:prstGeom>
          <a:solidFill>
            <a:schemeClr val="accent2">
              <a:alpha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" name="Drum motif"/>
          <p:cNvSpPr/>
          <p:nvPr/>
        </p:nvSpPr>
        <p:spPr>
          <a:xfrm>
            <a:off x="7132320" y="1280160"/>
            <a:ext cx="1152144" cy="1152144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Drum motif"/>
          <p:cNvSpPr/>
          <p:nvPr/>
        </p:nvSpPr>
        <p:spPr>
          <a:xfrm>
            <a:off x="7955280" y="2103120"/>
            <a:ext cx="1042416" cy="1042416"/>
          </a:xfrm>
          <a:prstGeom prst="ellipse">
            <a:avLst/>
          </a:prstGeom>
          <a:solidFill>
            <a:schemeClr val="accent2">
              <a:alpha val="85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SoundSpace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Jam on a drum kit and chords, all around you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DDD0"/>
                </a:solidFill>
              </a:rPr>
              <a:t>A spatial music studio for Apple Vision Pro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8A6"/>
                </a:solidFill>
              </a:rPr>
              <a:t>Investor pitch · [Your name] · SE4041 Part 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8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to jam is hard to start</a:t>
            </a:r>
            <a:endParaRPr lang="en-US" sz="3600" dirty="0"/>
          </a:p>
        </p:txBody>
      </p:sp>
      <p:sp>
        <p:nvSpPr>
          <p:cNvPr id="3" name="Number badge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Costly and loud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642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B33"/>
                </a:solidFill>
              </a:rPr>
              <a:t>A real drum kit costs money, needs space and annoys the neighbours.</a:t>
            </a:r>
            <a:endParaRPr lang="en-US" sz="1600" dirty="0"/>
          </a:p>
        </p:txBody>
      </p:sp>
      <p:sp>
        <p:nvSpPr>
          <p:cNvPr id="7" name="Number badge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Needs a band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8072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B33"/>
                </a:solidFill>
              </a:rPr>
              <a:t>Playing drums over chord changes usually means finding other musicians.</a:t>
            </a:r>
            <a:endParaRPr lang="en-US" sz="1600" dirty="0"/>
          </a:p>
        </p:txBody>
      </p:sp>
      <p:sp>
        <p:nvSpPr>
          <p:cNvPr id="11" name="Number badge"/>
          <p:cNvSpPr/>
          <p:nvPr/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Nothing feels like a kit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502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3B33"/>
                </a:solidFill>
              </a:rPr>
              <a:t>Phone and tablet kits are tiny taps on glass, not real playing.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drum kit and chord synth, in your own room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Strike the kit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life-size kit with kick, snare, hi-hat, toms, crash and ride. Look and pinch to hit each piece.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12801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audio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instrument is a sound source in 3D. Walk around and the sound stays where the drum is.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26480" y="12801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0936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Chords, loops, lessons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four-bar chord progression, play drums over it, record a loop, or follow a lesson.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working</a:t>
            </a:r>
            <a:endParaRPr lang="en-US" sz="3600" dirty="0"/>
          </a:p>
        </p:txBody>
      </p:sp>
      <p:sp>
        <p:nvSpPr>
          <p:cNvPr id="3" name="Screenshot frame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Insert simulator screenshot after the lab session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 panel window</a:t>
            </a:r>
            <a:endParaRPr lang="en-US" sz="1600" dirty="0"/>
          </a:p>
        </p:txBody>
      </p:sp>
      <p:sp>
        <p:nvSpPr>
          <p:cNvPr id="6" name="Screenshot frame"/>
          <p:cNvSpPr/>
          <p:nvPr/>
        </p:nvSpPr>
        <p:spPr>
          <a:xfrm>
            <a:off x="324612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3429000" y="19202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Insert simulator screenshot after the lab session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Immersive studio</a:t>
            </a:r>
            <a:endParaRPr lang="en-US" sz="1600" dirty="0"/>
          </a:p>
        </p:txBody>
      </p:sp>
      <p:sp>
        <p:nvSpPr>
          <p:cNvPr id="9" name="Screenshot frame"/>
          <p:cNvSpPr/>
          <p:nvPr/>
        </p:nvSpPr>
        <p:spPr>
          <a:xfrm>
            <a:off x="603504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19202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Insert simulator screenshot after the lab session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794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Loop recorder and lesson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8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needs spatial computing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scale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kit the size of a kit.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2801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sound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Hear it from where it stands.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movement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Reach and strike like real drumming.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66344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room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Mixed reality keeps the room visible and safe.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for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Students and hobbyists who want to jam without a band.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28016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84632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Schools and academies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Music classes and schools that cannot stock a kit for every student.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008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Bedroom musicians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Players in small flats who cannot make noise.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663440" y="283464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84632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Museums and venues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429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music exhibits and events.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exists today</a:t>
            </a:r>
            <a:endParaRPr lang="en-US" sz="3600" dirty="0"/>
          </a:p>
        </p:txBody>
      </p:sp>
      <p:graphicFrame>
        <p:nvGraphicFramePr>
          <p:cNvPr id="8" name="Competito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App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Gap SoundSpace fills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djay on Vision Pro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Spatial DJ mixing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Few traditional instruments; no chord-and-drum jamming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Drum apps on Vision Pro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Virtual drum kits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built around playing along to your own chord progression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Synth Riders and rhythm games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Music games with hand movement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Fixed tracks; not instrument learning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Paradiddle (Quest)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Virtual drums in VR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Western kit; different platform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GarageBand (iPad)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Virtual instruments on a flat screen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spatial; taps on glass rather than playing a kit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makes money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app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Free studio with the drum kit and chord synth. Instrument packs (including Sri Lankan percussion) as one-time purchases.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3291840" y="12801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licences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Per-classroom licence with lesson packs and progress reports for teachers.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26480" y="1280160"/>
            <a:ext cx="25603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Museum and exhibition installations on a project-fee basis.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</a:t>
            </a:r>
            <a:endParaRPr lang="en-US" sz="3600" dirty="0"/>
          </a:p>
        </p:txBody>
      </p:sp>
      <p:sp>
        <p:nvSpPr>
          <p:cNvPr id="3" name="Number badge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music academy for authentic content and credibility</a:t>
            </a:r>
            <a:endParaRPr lang="en-US" sz="1400" dirty="0"/>
          </a:p>
        </p:txBody>
      </p:sp>
      <p:sp>
        <p:nvSpPr>
          <p:cNvPr id="7" name="Number badge"/>
          <p:cNvSpPr/>
          <p:nvPr/>
        </p:nvSpPr>
        <p:spPr>
          <a:xfrm>
            <a:off x="2560320" y="1463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514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Demos at cultural events and exhibitions</a:t>
            </a:r>
            <a:endParaRPr lang="en-US" sz="1400" dirty="0"/>
          </a:p>
        </p:txBody>
      </p:sp>
      <p:sp>
        <p:nvSpPr>
          <p:cNvPr id="11" name="Number badge"/>
          <p:cNvSpPr/>
          <p:nvPr/>
        </p:nvSpPr>
        <p:spPr>
          <a:xfrm>
            <a:off x="4663440" y="1463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514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Diaspora communities online</a:t>
            </a:r>
            <a:endParaRPr lang="en-US" sz="1400" dirty="0"/>
          </a:p>
        </p:txBody>
      </p:sp>
      <p:sp>
        <p:nvSpPr>
          <p:cNvPr id="15" name="Number badge"/>
          <p:cNvSpPr/>
          <p:nvPr/>
        </p:nvSpPr>
        <p:spPr>
          <a:xfrm>
            <a:off x="6766560" y="146304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5146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Around Vesak and Esala Perahera season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how we handle them</a:t>
            </a:r>
            <a:endParaRPr lang="en-US" sz="3600" dirty="0"/>
          </a:p>
        </p:txBody>
      </p:sp>
      <p:graphicFrame>
        <p:nvGraphicFramePr>
          <p:cNvPr id="11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Small Vision Pro user base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Start with institutions that buy devices; port the concept to iPad AR next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Authentic sound and rhythms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Record real drummers and chords; teachers review lessons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Prototype tested in the simulator only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Device testing is the first milestone after funding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Content is culturally sensitive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Co-create with practitioners; credit sources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Timeline line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  <p:txBody>
          <a:bodyPr/>
          <a:p/>
        </p:txBody>
      </p:sp>
      <p:sp>
        <p:nvSpPr>
          <p:cNvPr id="4" name="Milestone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Prototype: drum kit, chord synth, loop, lessons</a:t>
            </a:r>
            <a:endParaRPr lang="en-US" sz="1400" dirty="0"/>
          </a:p>
        </p:txBody>
      </p:sp>
      <p:sp>
        <p:nvSpPr>
          <p:cNvPr id="7" name="Milestone"/>
          <p:cNvSpPr/>
          <p:nvPr/>
        </p:nvSpPr>
        <p:spPr>
          <a:xfrm>
            <a:off x="2834640" y="160020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Lessons with real drummers and teachers</a:t>
            </a:r>
            <a:endParaRPr lang="en-US" sz="1400" dirty="0"/>
          </a:p>
        </p:txBody>
      </p:sp>
      <p:sp>
        <p:nvSpPr>
          <p:cNvPr id="10" name="Milestone"/>
          <p:cNvSpPr/>
          <p:nvPr/>
        </p:nvSpPr>
        <p:spPr>
          <a:xfrm>
            <a:off x="4937760" y="160020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SharePlay jam sessions with friends</a:t>
            </a:r>
            <a:endParaRPr lang="en-US" sz="1400" dirty="0"/>
          </a:p>
        </p:txBody>
      </p:sp>
      <p:sp>
        <p:nvSpPr>
          <p:cNvPr id="13" name="Milestone"/>
          <p:cNvSpPr/>
          <p:nvPr/>
        </p:nvSpPr>
        <p:spPr>
          <a:xfrm>
            <a:off x="7040880" y="1600200"/>
            <a:ext cx="457200" cy="45720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697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iPad and iPhone AR version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A5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a living tradition playable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Teaching intangible cultural heritage in a new way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Partners: a music academy and a cultural organisation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Funding: device testing, real drum recordings, three lesson packs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Milestone: pilot in one school and one museum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8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ndSpace">
  <a:themeElements>
    <a:clrScheme name="SoundSpace">
      <a:dk1>
        <a:srgbClr val="1F1410"/>
      </a:dk1>
      <a:lt1>
        <a:srgbClr val="FFFFFF"/>
      </a:lt1>
      <a:dk2>
        <a:srgbClr val="5A1A12"/>
      </a:dk2>
      <a:lt2>
        <a:srgbClr val="F6EFE8"/>
      </a:lt2>
      <a:accent1>
        <a:srgbClr val="A8321F"/>
      </a:accent1>
      <a:accent2>
        <a:srgbClr val="E3A72F"/>
      </a:accent2>
      <a:accent3>
        <a:srgbClr val="2F6F73"/>
      </a:accent3>
      <a:accent4>
        <a:srgbClr val="7A4B2A"/>
      </a:accent4>
      <a:accent5>
        <a:srgbClr val="C9B8A6"/>
      </a:accent5>
      <a:accent6>
        <a:srgbClr val="3B2A22"/>
      </a:accent6>
      <a:hlink>
        <a:srgbClr val="A8321F"/>
      </a:hlink>
      <a:folHlink>
        <a:srgbClr val="7A4B2A"/>
      </a:folHlink>
    </a:clrScheme>
    <a:fontScheme name="SoundSpa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SoundSpace investor pitch</dc:title>
  <dc:subject>PptxGenJS Presentation</dc:subject>
  <dc:creator>PptxGenJS</dc:creator>
  <cp:lastModifiedBy>PptxGenJS</cp:lastModifiedBy>
  <cp:revision>1</cp:revision>
  <dcterms:created xsi:type="dcterms:W3CDTF">2026-10-13T11:46:13Z</dcterms:created>
  <dcterms:modified xsi:type="dcterms:W3CDTF">2026-10-13T11:46:13Z</dcterms:modified>
</cp:coreProperties>
</file>